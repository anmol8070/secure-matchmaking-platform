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Do not claim production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matchmaking platform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academic review of the local implementation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date: 24 October 2026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client, Express API, MySQL in this development database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reports only what the source and the test run support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cannot see why a profile was ranked above another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of age, location, and photos is often unclear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login password does not show that a person is at the camera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two people connect, they still need a private chat and a call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needs a queue for reports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compatibility score readable from its parts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visibility on the server, not only in the page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 and video only after an accepted connection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moderation in an admin role checked on each request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claim better relationship outcomes than existing services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confirm a development one-time code, and sign in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live camera check before an access token is issued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profile, preferences, hobbies, and quiz answers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members and explain the score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an optional model when interaction history exists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requests, chat, video, block, report, and admin review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directories search attributes the person typed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filters add age, location, and lifestyle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recommenders need history and are often opaque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work has not established that hidden matching outperforms simpler meeting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 not claim that gap is closed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or one-time code, then a short-lived verification token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presence check, and a browser comparison when a profile photo exists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score, then connection requests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messages and WebRTC signalling after acceptance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levels, block with a reason, and an admin report queue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talks to Express at /api/v1 and to Socket.IO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read and write the database and local upload folders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audio and video stay between the two browsers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models load from a public CDN unless overridden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Mail, TURN, and Redis are not configured in this audit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8, React Router 7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5, Zod, Knex, Socket.IO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passwords and revocable JWT sessions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for a single face in the marker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 in the browser when a profile photo exists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on the API and Vitest in the client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migrations applied on the development MySQL database, none pending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is supported by the same Knex files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profiles, preferences, hobbies, quiz answers, and stored scores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Connections, messages, calls, reports, blocks, and privacy settings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OTP, sessions, model versions, and admin audit logs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score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plus age, up to 25 points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lifestyle, education, and occupation, capped at 25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overlap: Jaccard index times 25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agreement on shared questions, times 25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is clamped to 0–100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hobbies or a missing quiz score 12.5, not zero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rank is the compatibility score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can train logistic regression on interaction labels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model is active: 40% compatibility and 60% predicted probability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model is active, the baseline is used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precision, recall, or acceptance rate was measured for this review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privacy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scrypt, OTP expiry and attempt limits, session revocation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validation, rate limits, and an admin role read from the database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settings applied when a profile is returned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face-match flag is supplied by the browser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profile-photo URL can still be fetched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penetration-test certificate exists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landing page with a Three.js hero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and the camera marker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change-photo dialog, and preferences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with a breakdown, connections, chat, and a video page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block with a reason, and admin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 themes. New screenshots were not taken in this audit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methodology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unit tests, without the database integration suite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 with a mocked API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list and a health check against the running development API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frontend build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walkthrough, video end-to-end, and Postman were not run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this audit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21 suites, 322 tests passed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first run failed: broken JSX and unwired save messages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repairs: 15 files, 216 tests passed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production build succeeded, with large-chunk warnings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succeeded in the development environment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migrations applied, none pending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modified client can send a successful face-match flag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photos are public if the file URL is known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codes use the development outbox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quiz file is a sample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ranker has no measured gain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TURN server and no production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blend on recorded interactions, or report that the sample is too small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faces on the server, or stop claiming a photo match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profile photos only to authorised viewers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mail provider and a TURN relay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accessibility and reduce the hero and face-api bundles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implements explainable matching, private chat, call signalling, and basic moderation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and the frontend build passed after specific repairs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model is implemented and not evaluated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verification is presence, plus a client-reported photo comparison when a photo exists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not production-complete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Boyd and Ellison, Journal of Computer-Mediated Communication, 2007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Finkel, Eastwick, Karney, Reis, and Sprecher, Psychological Science in the Public Interest, 2012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Resnick and Varian, Communications of the ACM, 1997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Koren, Bell, and Volinsky, IEEE Computer, 2009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WebRTC specification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only. Not results of this project. Page numbers were not rechecked.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Social Networking and Digital Matchmaking Platform</dc:title>
  <dc:subject>Phase 18 academic review, 24 October 2026</dc:subject>
  <dc:creator>Project audit</dc:creator>
  <cp:lastModifiedBy>Project audit</cp:lastModifiedBy>
  <cp:revision>1</cp:revision>
  <dcterms:created xsi:type="dcterms:W3CDTF">2026-10-24T07:31:51Z</dcterms:created>
  <dcterms:modified xsi:type="dcterms:W3CDTF">2026-10-24T07:31:51Z</dcterms:modified>
</cp:coreProperties>
</file>